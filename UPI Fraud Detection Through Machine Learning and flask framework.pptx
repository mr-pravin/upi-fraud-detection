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9" r:id="rId2"/>
    <p:sldId id="257" r:id="rId3"/>
    <p:sldId id="300" r:id="rId4"/>
    <p:sldId id="343" r:id="rId5"/>
    <p:sldId id="299" r:id="rId6"/>
    <p:sldId id="308" r:id="rId7"/>
    <p:sldId id="309" r:id="rId8"/>
    <p:sldId id="310" r:id="rId9"/>
    <p:sldId id="333" r:id="rId10"/>
    <p:sldId id="313" r:id="rId11"/>
    <p:sldId id="344" r:id="rId12"/>
    <p:sldId id="351" r:id="rId13"/>
    <p:sldId id="345" r:id="rId14"/>
    <p:sldId id="364" r:id="rId15"/>
    <p:sldId id="365" r:id="rId16"/>
    <p:sldId id="314" r:id="rId17"/>
    <p:sldId id="315" r:id="rId18"/>
    <p:sldId id="34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p:cViewPr>
        <p:scale>
          <a:sx n="75" d="100"/>
          <a:sy n="75" d="100"/>
        </p:scale>
        <p:origin x="965" y="3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4C7245-62FD-4BA2-8738-181A4705249E}" type="datetimeFigureOut">
              <a:rPr lang="en-IN" smtClean="0"/>
              <a:t>04-03-2025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6F1749-92D7-4CDC-BA45-6FBA2ADCBF7B}" type="slidenum">
              <a:rPr lang="en-IN" smtClean="0"/>
              <a:t>‹#›</a:t>
            </a:fld>
            <a:endParaRPr lang="en-IN"/>
          </a:p>
        </p:txBody>
      </p:sp>
    </p:spTree>
    <p:extLst>
      <p:ext uri="{BB962C8B-B14F-4D97-AF65-F5344CB8AC3E}">
        <p14:creationId xmlns:p14="http://schemas.microsoft.com/office/powerpoint/2010/main" val="1509282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800" b="1" i="1" u="sng"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E543B13-6F8D-48B0-A678-93DEFB89BB9B}" type="datetimeFigureOut">
              <a:rPr lang="en-IN" smtClean="0"/>
              <a:t>04-03-2025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90AA64-AEEE-4C72-B6AC-91FAEFAA5C18}"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E543B13-6F8D-48B0-A678-93DEFB89BB9B}" type="datetimeFigureOut">
              <a:rPr lang="en-IN" smtClean="0"/>
              <a:t>04-03-2025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90AA64-AEEE-4C72-B6AC-91FAEFAA5C18}"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543B13-6F8D-48B0-A678-93DEFB89BB9B}" type="datetimeFigureOut">
              <a:rPr lang="en-IN" smtClean="0"/>
              <a:t>04-03-2025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90AA64-AEEE-4C72-B6AC-91FAEFAA5C18}"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E543B13-6F8D-48B0-A678-93DEFB89BB9B}" type="datetimeFigureOut">
              <a:rPr lang="en-IN" smtClean="0"/>
              <a:t>04-03-2025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90AA64-AEEE-4C72-B6AC-91FAEFAA5C18}"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E543B13-6F8D-48B0-A678-93DEFB89BB9B}" type="datetimeFigureOut">
              <a:rPr lang="en-IN" smtClean="0"/>
              <a:t>04-03-2025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390AA64-AEEE-4C72-B6AC-91FAEFAA5C18}"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E543B13-6F8D-48B0-A678-93DEFB89BB9B}" type="datetimeFigureOut">
              <a:rPr lang="en-IN" smtClean="0"/>
              <a:t>04-03-2025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390AA64-AEEE-4C72-B6AC-91FAEFAA5C18}"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543B13-6F8D-48B0-A678-93DEFB89BB9B}" type="datetimeFigureOut">
              <a:rPr lang="en-IN" smtClean="0"/>
              <a:t>04-03-2025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390AA64-AEEE-4C72-B6AC-91FAEFAA5C18}"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543B13-6F8D-48B0-A678-93DEFB89BB9B}" type="datetimeFigureOut">
              <a:rPr lang="en-IN" smtClean="0"/>
              <a:t>04-03-2025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90AA64-AEEE-4C72-B6AC-91FAEFAA5C18}"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543B13-6F8D-48B0-A678-93DEFB89BB9B}" type="datetimeFigureOut">
              <a:rPr lang="en-IN" smtClean="0"/>
              <a:t>04-03-2025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90AA64-AEEE-4C72-B6AC-91FAEFAA5C18}"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E543B13-6F8D-48B0-A678-93DEFB89BB9B}" type="datetimeFigureOut">
              <a:rPr lang="en-IN" smtClean="0"/>
              <a:t>04-03-2025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90AA64-AEEE-4C72-B6AC-91FAEFAA5C18}"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E543B13-6F8D-48B0-A678-93DEFB89BB9B}" type="datetimeFigureOut">
              <a:rPr lang="en-IN" smtClean="0"/>
              <a:t>04-03-2025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90AA64-AEEE-4C72-B6AC-91FAEFAA5C18}"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10059311" y="877033"/>
            <a:ext cx="1732400" cy="577200"/>
          </a:xfrm>
          <a:prstGeom prst="triangle">
            <a:avLst>
              <a:gd name="adj" fmla="val 32425"/>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11" name="Google Shape;11;p2"/>
          <p:cNvGrpSpPr/>
          <p:nvPr/>
        </p:nvGrpSpPr>
        <p:grpSpPr>
          <a:xfrm>
            <a:off x="0" y="-9451"/>
            <a:ext cx="11548531" cy="6867451"/>
            <a:chOff x="0" y="-7088"/>
            <a:chExt cx="8661398" cy="5150588"/>
          </a:xfrm>
        </p:grpSpPr>
        <p:sp>
          <p:nvSpPr>
            <p:cNvPr id="12"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14" name="Google Shape;14;p2"/>
          <p:cNvGrpSpPr/>
          <p:nvPr/>
        </p:nvGrpSpPr>
        <p:grpSpPr>
          <a:xfrm rot="10800000" flipH="1">
            <a:off x="2" y="1454351"/>
            <a:ext cx="11796669" cy="3949300"/>
            <a:chOff x="-8178042" y="-4493254"/>
            <a:chExt cx="19483598" cy="6522736"/>
          </a:xfrm>
        </p:grpSpPr>
        <p:sp>
          <p:nvSpPr>
            <p:cNvPr id="15"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17" name="Google Shape;17;p2"/>
          <p:cNvGrpSpPr/>
          <p:nvPr/>
        </p:nvGrpSpPr>
        <p:grpSpPr>
          <a:xfrm>
            <a:off x="4902982" y="5704465"/>
            <a:ext cx="7307772" cy="577328"/>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2" name="Google Shape;22;p2"/>
          <p:cNvSpPr txBox="1">
            <a:spLocks noGrp="1"/>
          </p:cNvSpPr>
          <p:nvPr>
            <p:ph type="ctrTitle"/>
          </p:nvPr>
        </p:nvSpPr>
        <p:spPr>
          <a:xfrm>
            <a:off x="914400" y="1454333"/>
            <a:ext cx="7157200" cy="39492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lgn="ctr">
              <a:spcBef>
                <a:spcPts val="0"/>
              </a:spcBef>
              <a:spcAft>
                <a:spcPts val="0"/>
              </a:spcAft>
              <a:buSzPts val="4800"/>
              <a:buNone/>
              <a:defRPr sz="6400"/>
            </a:lvl2pPr>
            <a:lvl3pPr lvl="2" algn="ctr">
              <a:spcBef>
                <a:spcPts val="0"/>
              </a:spcBef>
              <a:spcAft>
                <a:spcPts val="0"/>
              </a:spcAft>
              <a:buSzPts val="4800"/>
              <a:buNone/>
              <a:defRPr sz="6400"/>
            </a:lvl3pPr>
            <a:lvl4pPr lvl="3" algn="ctr">
              <a:spcBef>
                <a:spcPts val="0"/>
              </a:spcBef>
              <a:spcAft>
                <a:spcPts val="0"/>
              </a:spcAft>
              <a:buSzPts val="4800"/>
              <a:buNone/>
              <a:defRPr sz="6400"/>
            </a:lvl4pPr>
            <a:lvl5pPr lvl="4" algn="ctr">
              <a:spcBef>
                <a:spcPts val="0"/>
              </a:spcBef>
              <a:spcAft>
                <a:spcPts val="0"/>
              </a:spcAft>
              <a:buSzPts val="4800"/>
              <a:buNone/>
              <a:defRPr sz="6400"/>
            </a:lvl5pPr>
            <a:lvl6pPr lvl="5" algn="ctr">
              <a:spcBef>
                <a:spcPts val="0"/>
              </a:spcBef>
              <a:spcAft>
                <a:spcPts val="0"/>
              </a:spcAft>
              <a:buSzPts val="4800"/>
              <a:buNone/>
              <a:defRPr sz="6400"/>
            </a:lvl6pPr>
            <a:lvl7pPr lvl="6" algn="ctr">
              <a:spcBef>
                <a:spcPts val="0"/>
              </a:spcBef>
              <a:spcAft>
                <a:spcPts val="0"/>
              </a:spcAft>
              <a:buSzPts val="4800"/>
              <a:buNone/>
              <a:defRPr sz="6400"/>
            </a:lvl7pPr>
            <a:lvl8pPr lvl="7" algn="ctr">
              <a:spcBef>
                <a:spcPts val="0"/>
              </a:spcBef>
              <a:spcAft>
                <a:spcPts val="0"/>
              </a:spcAft>
              <a:buSzPts val="4800"/>
              <a:buNone/>
              <a:defRPr sz="6400"/>
            </a:lvl8pPr>
            <a:lvl9pPr lvl="8" algn="ctr">
              <a:spcBef>
                <a:spcPts val="0"/>
              </a:spcBef>
              <a:spcAft>
                <a:spcPts val="0"/>
              </a:spcAft>
              <a:buSzPts val="4800"/>
              <a:buNone/>
              <a:defRPr sz="64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81"/>
        <p:cNvGrpSpPr/>
        <p:nvPr/>
      </p:nvGrpSpPr>
      <p:grpSpPr>
        <a:xfrm>
          <a:off x="0" y="0"/>
          <a:ext cx="0" cy="0"/>
          <a:chOff x="0" y="0"/>
          <a:chExt cx="0" cy="0"/>
        </a:xfrm>
      </p:grpSpPr>
      <p:grpSp>
        <p:nvGrpSpPr>
          <p:cNvPr id="82" name="Google Shape;82;p6"/>
          <p:cNvGrpSpPr/>
          <p:nvPr/>
        </p:nvGrpSpPr>
        <p:grpSpPr>
          <a:xfrm>
            <a:off x="-6" y="54"/>
            <a:ext cx="9429907" cy="1769753"/>
            <a:chOff x="-4" y="40"/>
            <a:chExt cx="7072430" cy="1327315"/>
          </a:xfrm>
        </p:grpSpPr>
        <p:sp>
          <p:nvSpPr>
            <p:cNvPr id="83" name="Google Shape;83;p6"/>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84" name="Google Shape;84;p6"/>
            <p:cNvGrpSpPr/>
            <p:nvPr/>
          </p:nvGrpSpPr>
          <p:grpSpPr>
            <a:xfrm rot="10800000" flipH="1">
              <a:off x="3" y="40"/>
              <a:ext cx="6756168" cy="1327315"/>
              <a:chOff x="-2168138" y="330075"/>
              <a:chExt cx="8650663" cy="1699506"/>
            </a:xfrm>
          </p:grpSpPr>
          <p:sp>
            <p:nvSpPr>
              <p:cNvPr id="85" name="Google Shape;85;p6"/>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86" name="Google Shape;86;p6"/>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87" name="Google Shape;87;p6"/>
            <p:cNvGrpSpPr/>
            <p:nvPr/>
          </p:nvGrpSpPr>
          <p:grpSpPr>
            <a:xfrm rot="10800000" flipH="1">
              <a:off x="-4" y="381007"/>
              <a:ext cx="7072430" cy="771744"/>
              <a:chOff x="-9092084" y="330075"/>
              <a:chExt cx="15574609" cy="1699501"/>
            </a:xfrm>
          </p:grpSpPr>
          <p:sp>
            <p:nvSpPr>
              <p:cNvPr id="88" name="Google Shape;88;p6"/>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89" name="Google Shape;89;p6"/>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grpSp>
        <p:nvGrpSpPr>
          <p:cNvPr id="90" name="Google Shape;90;p6"/>
          <p:cNvGrpSpPr/>
          <p:nvPr/>
        </p:nvGrpSpPr>
        <p:grpSpPr>
          <a:xfrm>
            <a:off x="9262456" y="5963632"/>
            <a:ext cx="2937107" cy="894393"/>
            <a:chOff x="5575242" y="4472723"/>
            <a:chExt cx="2202830" cy="670795"/>
          </a:xfrm>
        </p:grpSpPr>
        <p:sp>
          <p:nvSpPr>
            <p:cNvPr id="91" name="Google Shape;91;p6"/>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2" name="Google Shape;92;p6"/>
            <p:cNvGrpSpPr/>
            <p:nvPr/>
          </p:nvGrpSpPr>
          <p:grpSpPr>
            <a:xfrm flipH="1">
              <a:off x="5734850" y="4472723"/>
              <a:ext cx="2040837" cy="670795"/>
              <a:chOff x="1297954" y="330075"/>
              <a:chExt cx="5169293" cy="1699506"/>
            </a:xfrm>
          </p:grpSpPr>
          <p:sp>
            <p:nvSpPr>
              <p:cNvPr id="93" name="Google Shape;93;p6"/>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6"/>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5" name="Google Shape;95;p6"/>
            <p:cNvGrpSpPr/>
            <p:nvPr/>
          </p:nvGrpSpPr>
          <p:grpSpPr>
            <a:xfrm flipH="1">
              <a:off x="5578209" y="4646738"/>
              <a:ext cx="2199863" cy="304563"/>
              <a:chOff x="-5827153" y="330075"/>
              <a:chExt cx="12276019" cy="1699569"/>
            </a:xfrm>
          </p:grpSpPr>
          <p:sp>
            <p:nvSpPr>
              <p:cNvPr id="96" name="Google Shape;96;p6"/>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6"/>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98" name="Google Shape;98;p6"/>
          <p:cNvSpPr txBox="1">
            <a:spLocks noGrp="1"/>
          </p:cNvSpPr>
          <p:nvPr>
            <p:ph type="title"/>
          </p:nvPr>
        </p:nvSpPr>
        <p:spPr>
          <a:xfrm>
            <a:off x="1085700" y="523433"/>
            <a:ext cx="7011200" cy="10216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1085700" y="2050651"/>
            <a:ext cx="4504400" cy="3632400"/>
          </a:xfrm>
          <a:prstGeom prst="rect">
            <a:avLst/>
          </a:prstGeom>
        </p:spPr>
        <p:txBody>
          <a:bodyPr spcFirstLastPara="1" wrap="square" lIns="91425" tIns="91425" rIns="91425" bIns="91425" anchor="t" anchorCtr="0">
            <a:noAutofit/>
          </a:bodyPr>
          <a:lstStyle>
            <a:lvl1pPr marL="609600" lvl="0" indent="-474345">
              <a:spcBef>
                <a:spcPts val="800"/>
              </a:spcBef>
              <a:spcAft>
                <a:spcPts val="0"/>
              </a:spcAft>
              <a:buSzPts val="2000"/>
              <a:buChar char="▰"/>
              <a:defRPr sz="2665"/>
            </a:lvl1pPr>
            <a:lvl2pPr marL="1219200" lvl="1" indent="-474345">
              <a:spcBef>
                <a:spcPts val="1335"/>
              </a:spcBef>
              <a:spcAft>
                <a:spcPts val="0"/>
              </a:spcAft>
              <a:buSzPts val="2000"/>
              <a:buChar char="▻"/>
              <a:defRPr sz="2665"/>
            </a:lvl2pPr>
            <a:lvl3pPr marL="1828800" lvl="2" indent="-474345">
              <a:spcBef>
                <a:spcPts val="1335"/>
              </a:spcBef>
              <a:spcAft>
                <a:spcPts val="0"/>
              </a:spcAft>
              <a:buSzPts val="2000"/>
              <a:buChar char="▻"/>
              <a:defRPr sz="2665"/>
            </a:lvl3pPr>
            <a:lvl4pPr marL="2438400" lvl="3" indent="-474345">
              <a:spcBef>
                <a:spcPts val="1335"/>
              </a:spcBef>
              <a:spcAft>
                <a:spcPts val="0"/>
              </a:spcAft>
              <a:buSzPts val="2000"/>
              <a:buChar char="▻"/>
              <a:defRPr sz="2665"/>
            </a:lvl4pPr>
            <a:lvl5pPr marL="3048000" lvl="4" indent="-474345">
              <a:spcBef>
                <a:spcPts val="1335"/>
              </a:spcBef>
              <a:spcAft>
                <a:spcPts val="0"/>
              </a:spcAft>
              <a:buSzPts val="2000"/>
              <a:buChar char="▻"/>
              <a:defRPr sz="2665"/>
            </a:lvl5pPr>
            <a:lvl6pPr marL="3657600" lvl="5" indent="-474345">
              <a:spcBef>
                <a:spcPts val="1335"/>
              </a:spcBef>
              <a:spcAft>
                <a:spcPts val="0"/>
              </a:spcAft>
              <a:buSzPts val="2000"/>
              <a:buChar char="▻"/>
              <a:defRPr sz="2665"/>
            </a:lvl6pPr>
            <a:lvl7pPr marL="4267200" lvl="6" indent="-474345">
              <a:spcBef>
                <a:spcPts val="1335"/>
              </a:spcBef>
              <a:spcAft>
                <a:spcPts val="0"/>
              </a:spcAft>
              <a:buSzPts val="2000"/>
              <a:buChar char="▻"/>
              <a:defRPr sz="2665"/>
            </a:lvl7pPr>
            <a:lvl8pPr marL="4876800" lvl="7" indent="-474345">
              <a:spcBef>
                <a:spcPts val="1335"/>
              </a:spcBef>
              <a:spcAft>
                <a:spcPts val="0"/>
              </a:spcAft>
              <a:buSzPts val="2000"/>
              <a:buChar char="▻"/>
              <a:defRPr sz="2665"/>
            </a:lvl8pPr>
            <a:lvl9pPr marL="5486400" lvl="8" indent="-474345">
              <a:spcBef>
                <a:spcPts val="1335"/>
              </a:spcBef>
              <a:spcAft>
                <a:spcPts val="1335"/>
              </a:spcAft>
              <a:buSzPts val="2000"/>
              <a:buChar char="▻"/>
              <a:defRPr sz="2665"/>
            </a:lvl9pPr>
          </a:lstStyle>
          <a:p>
            <a:endParaRPr/>
          </a:p>
        </p:txBody>
      </p:sp>
      <p:sp>
        <p:nvSpPr>
          <p:cNvPr id="100" name="Google Shape;100;p6"/>
          <p:cNvSpPr txBox="1">
            <a:spLocks noGrp="1"/>
          </p:cNvSpPr>
          <p:nvPr>
            <p:ph type="body" idx="2"/>
          </p:nvPr>
        </p:nvSpPr>
        <p:spPr>
          <a:xfrm>
            <a:off x="5861497" y="2050651"/>
            <a:ext cx="4504400" cy="3632400"/>
          </a:xfrm>
          <a:prstGeom prst="rect">
            <a:avLst/>
          </a:prstGeom>
        </p:spPr>
        <p:txBody>
          <a:bodyPr spcFirstLastPara="1" wrap="square" lIns="91425" tIns="91425" rIns="91425" bIns="91425" anchor="t" anchorCtr="0">
            <a:noAutofit/>
          </a:bodyPr>
          <a:lstStyle>
            <a:lvl1pPr marL="609600" lvl="0" indent="-474345">
              <a:spcBef>
                <a:spcPts val="800"/>
              </a:spcBef>
              <a:spcAft>
                <a:spcPts val="0"/>
              </a:spcAft>
              <a:buSzPts val="2000"/>
              <a:buChar char="▰"/>
              <a:defRPr sz="2665"/>
            </a:lvl1pPr>
            <a:lvl2pPr marL="1219200" lvl="1" indent="-474345">
              <a:spcBef>
                <a:spcPts val="1335"/>
              </a:spcBef>
              <a:spcAft>
                <a:spcPts val="0"/>
              </a:spcAft>
              <a:buSzPts val="2000"/>
              <a:buChar char="▻"/>
              <a:defRPr sz="2665"/>
            </a:lvl2pPr>
            <a:lvl3pPr marL="1828800" lvl="2" indent="-474345">
              <a:spcBef>
                <a:spcPts val="1335"/>
              </a:spcBef>
              <a:spcAft>
                <a:spcPts val="0"/>
              </a:spcAft>
              <a:buSzPts val="2000"/>
              <a:buChar char="▻"/>
              <a:defRPr sz="2665"/>
            </a:lvl3pPr>
            <a:lvl4pPr marL="2438400" lvl="3" indent="-474345">
              <a:spcBef>
                <a:spcPts val="1335"/>
              </a:spcBef>
              <a:spcAft>
                <a:spcPts val="0"/>
              </a:spcAft>
              <a:buSzPts val="2000"/>
              <a:buChar char="▻"/>
              <a:defRPr sz="2665"/>
            </a:lvl4pPr>
            <a:lvl5pPr marL="3048000" lvl="4" indent="-474345">
              <a:spcBef>
                <a:spcPts val="1335"/>
              </a:spcBef>
              <a:spcAft>
                <a:spcPts val="0"/>
              </a:spcAft>
              <a:buSzPts val="2000"/>
              <a:buChar char="▻"/>
              <a:defRPr sz="2665"/>
            </a:lvl5pPr>
            <a:lvl6pPr marL="3657600" lvl="5" indent="-474345">
              <a:spcBef>
                <a:spcPts val="1335"/>
              </a:spcBef>
              <a:spcAft>
                <a:spcPts val="0"/>
              </a:spcAft>
              <a:buSzPts val="2000"/>
              <a:buChar char="▻"/>
              <a:defRPr sz="2665"/>
            </a:lvl6pPr>
            <a:lvl7pPr marL="4267200" lvl="6" indent="-474345">
              <a:spcBef>
                <a:spcPts val="1335"/>
              </a:spcBef>
              <a:spcAft>
                <a:spcPts val="0"/>
              </a:spcAft>
              <a:buSzPts val="2000"/>
              <a:buChar char="▻"/>
              <a:defRPr sz="2665"/>
            </a:lvl7pPr>
            <a:lvl8pPr marL="4876800" lvl="7" indent="-474345">
              <a:spcBef>
                <a:spcPts val="1335"/>
              </a:spcBef>
              <a:spcAft>
                <a:spcPts val="0"/>
              </a:spcAft>
              <a:buSzPts val="2000"/>
              <a:buChar char="▻"/>
              <a:defRPr sz="2665"/>
            </a:lvl8pPr>
            <a:lvl9pPr marL="5486400" lvl="8" indent="-474345">
              <a:spcBef>
                <a:spcPts val="1335"/>
              </a:spcBef>
              <a:spcAft>
                <a:spcPts val="1335"/>
              </a:spcAft>
              <a:buSzPts val="2000"/>
              <a:buChar char="▻"/>
              <a:defRPr sz="2665"/>
            </a:lvl9pPr>
          </a:lstStyle>
          <a:p>
            <a:endParaRPr/>
          </a:p>
        </p:txBody>
      </p:sp>
      <p:sp>
        <p:nvSpPr>
          <p:cNvPr id="101" name="Google Shape;101;p6"/>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543B13-6F8D-48B0-A678-93DEFB89BB9B}" type="datetimeFigureOut">
              <a:rPr lang="en-IN" smtClean="0"/>
              <a:t>04-03-2025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90AA64-AEEE-4C72-B6AC-91FAEFAA5C18}"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0" y="1102194"/>
            <a:ext cx="11610340" cy="3957320"/>
          </a:xfrm>
          <a:prstGeom prst="rect">
            <a:avLst/>
          </a:prstGeom>
        </p:spPr>
        <p:txBody>
          <a:bodyPr spcFirstLastPara="1" vert="horz" wrap="square" lIns="121900" tIns="121900" rIns="121900" bIns="121900" rtlCol="0" anchor="ctr" anchorCtr="0">
            <a:noAutofit/>
          </a:bodyPr>
          <a:lstStyle/>
          <a:p>
            <a:pPr algn="ctr"/>
            <a:br>
              <a:rPr lang="en-IN" sz="2400" b="0" i="0" u="none" strike="noStrike" baseline="0" dirty="0">
                <a:solidFill>
                  <a:srgbClr val="000000"/>
                </a:solidFill>
                <a:latin typeface="Times New Roman" panose="02020603050405020304" pitchFamily="18" charset="0"/>
              </a:rPr>
            </a:br>
            <a:r>
              <a:rPr lang="en-IN" sz="2400" b="0" i="0" u="none" strike="noStrike" baseline="0" dirty="0">
                <a:solidFill>
                  <a:srgbClr val="000000"/>
                </a:solidFill>
                <a:latin typeface="Times New Roman" panose="02020603050405020304" pitchFamily="18" charset="0"/>
              </a:rPr>
              <a:t> </a:t>
            </a:r>
            <a:br>
              <a:rPr lang="en-IN" sz="2400" b="0" i="0" u="none" strike="noStrike" baseline="0" dirty="0">
                <a:solidFill>
                  <a:srgbClr val="000000"/>
                </a:solidFill>
                <a:latin typeface="Times New Roman" panose="02020603050405020304" pitchFamily="18" charset="0"/>
              </a:rPr>
            </a:br>
            <a:r>
              <a:rPr lang="en-US" b="1" dirty="0">
                <a:latin typeface="Times New Roman" panose="02020603050405020304" pitchFamily="18" charset="0"/>
                <a:cs typeface="Times New Roman" panose="02020603050405020304" pitchFamily="18" charset="0"/>
              </a:rPr>
              <a:t>UPI Fraud Detection Through Machine Learning and Flask Framework</a:t>
            </a:r>
            <a:endParaRPr lang="en-US" altLang="en-IN" sz="3600" b="1" i="0" u="none" strike="noStrike" baseline="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US" b="1" dirty="0">
                <a:latin typeface="Times New Roman" panose="02020603050405020304" pitchFamily="18" charset="0"/>
                <a:cs typeface="Times New Roman" panose="02020603050405020304" pitchFamily="18" charset="0"/>
              </a:rPr>
              <a:t>AIM OF PROJECT</a:t>
            </a:r>
            <a:endParaRPr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GB"/>
              <a:t>2</a:t>
            </a:fld>
            <a:endParaRPr dirty="0"/>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
        <p:nvSpPr>
          <p:cNvPr id="21" name="TextBox 20"/>
          <p:cNvSpPr txBox="1"/>
          <p:nvPr/>
        </p:nvSpPr>
        <p:spPr>
          <a:xfrm>
            <a:off x="728980" y="2004695"/>
            <a:ext cx="10948035" cy="2535566"/>
          </a:xfrm>
          <a:prstGeom prst="rect">
            <a:avLst/>
          </a:prstGeom>
          <a:noFill/>
        </p:spPr>
        <p:txBody>
          <a:bodyPr wrap="square">
            <a:spAutoFit/>
          </a:bodyPr>
          <a:lstStyle/>
          <a:p>
            <a:pPr algn="just">
              <a:lnSpc>
                <a:spcPct val="150000"/>
              </a:lnSpc>
            </a:pPr>
            <a:r>
              <a:rPr lang="en-US" dirty="0">
                <a:solidFill>
                  <a:srgbClr val="000000"/>
                </a:solidFill>
                <a:latin typeface="Times New Roman" panose="02020603050405020304" pitchFamily="18" charset="0"/>
              </a:rPr>
              <a:t>The aim of this project is to develop a robust system for detecting fraudulent activities within the Unified Payments Interface (UPI) framework using machine learning techniques such as Random Forest and Logistic Regression and integrate with flask framework. By leveraging these algorithms, we aim to enhance the security of digital transactions, safeguarding users against potential threats and bolstering trust in the UPI ecosystem. Through effective fraud detection, our goal is to contribute to the continued growth and adoption of digital payment systems while minimizing risks associated with fraudulent activities..</a:t>
            </a:r>
            <a:endParaRPr lang="en-US" sz="1800" b="0" i="0" u="none" strike="noStrike" baseline="0" dirty="0">
              <a:solidFill>
                <a:srgbClr val="000000"/>
              </a:solidFill>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IN" b="1" dirty="0">
                <a:latin typeface="Times New Roman" panose="02020603050405020304" pitchFamily="18" charset="0"/>
                <a:cs typeface="Times New Roman" panose="02020603050405020304" pitchFamily="18" charset="0"/>
              </a:rPr>
              <a:t>ABSTRACT</a:t>
            </a:r>
            <a:endParaRPr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GB"/>
              <a:t>3</a:t>
            </a:fld>
            <a:endParaRPr dirty="0"/>
          </a:p>
        </p:txBody>
      </p:sp>
      <p:sp>
        <p:nvSpPr>
          <p:cNvPr id="193" name="Google Shape;193;p12"/>
          <p:cNvSpPr txBox="1">
            <a:spLocks noGrp="1"/>
          </p:cNvSpPr>
          <p:nvPr>
            <p:ph type="body" idx="1"/>
          </p:nvPr>
        </p:nvSpPr>
        <p:spPr>
          <a:xfrm>
            <a:off x="0" y="1737360"/>
            <a:ext cx="11507057" cy="4922663"/>
          </a:xfrm>
          <a:prstGeom prst="rect">
            <a:avLst/>
          </a:prstGeom>
        </p:spPr>
        <p:txBody>
          <a:bodyPr spcFirstLastPara="1" vert="horz" wrap="square" lIns="121900" tIns="121900" rIns="121900" bIns="121900" rtlCol="0" anchor="t" anchorCtr="0">
            <a:noAutofit/>
          </a:bodyPr>
          <a:lstStyle/>
          <a:p>
            <a:pPr marL="135255" indent="0" algn="just">
              <a:lnSpc>
                <a:spcPct val="150000"/>
              </a:lnSpc>
              <a:buNone/>
            </a:pPr>
            <a:r>
              <a:rPr lang="en-US" sz="1800" dirty="0">
                <a:solidFill>
                  <a:srgbClr val="000000"/>
                </a:solidFill>
                <a:latin typeface="Times New Roman" panose="02020603050405020304" pitchFamily="18" charset="0"/>
              </a:rPr>
              <a:t>we focus on enhancing the security of digital transactions within the Unified Payments Interface (UPI) framework through the implementation of machine learning algorithms and integrate with Flask framework, specifically Random Forest and Logistic Regression, for fraud detection. By analyzing transaction data and identifying suspicious patterns, our system aims to mitigate the risk of fraudulent activities, thereby bolstering user trust and confidence in the UPI ecosystem. Through rigorous testing and evaluation, we demonstrate the effectiveness of our approach in detecting and preventing fraudulent transactions, contributing to the overall integrity and reliability of digital payment systems..</a:t>
            </a:r>
            <a:endParaRPr lang="en-US" sz="1800" u="none" strike="noStrike" baseline="0" dirty="0">
              <a:solidFill>
                <a:srgbClr val="000000"/>
              </a:solidFill>
              <a:latin typeface="Times New Roman" panose="02020603050405020304" pitchFamily="18" charset="0"/>
            </a:endParaRPr>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US" b="1" dirty="0">
                <a:latin typeface="Times New Roman" panose="02020603050405020304" pitchFamily="18" charset="0"/>
                <a:cs typeface="Times New Roman" panose="02020603050405020304" pitchFamily="18" charset="0"/>
              </a:rPr>
              <a:t>INTRODUCTION	</a:t>
            </a:r>
            <a:endParaRPr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GB"/>
              <a:t>4</a:t>
            </a:fld>
            <a:endParaRPr dirty="0"/>
          </a:p>
        </p:txBody>
      </p:sp>
      <p:sp>
        <p:nvSpPr>
          <p:cNvPr id="193" name="Google Shape;193;p12"/>
          <p:cNvSpPr txBox="1">
            <a:spLocks noGrp="1"/>
          </p:cNvSpPr>
          <p:nvPr>
            <p:ph type="body" idx="1"/>
          </p:nvPr>
        </p:nvSpPr>
        <p:spPr>
          <a:xfrm>
            <a:off x="391795" y="1802130"/>
            <a:ext cx="11111230" cy="4897120"/>
          </a:xfrm>
          <a:prstGeom prst="rect">
            <a:avLst/>
          </a:prstGeom>
        </p:spPr>
        <p:txBody>
          <a:bodyPr spcFirstLastPara="1" vert="horz" wrap="square" lIns="121900" tIns="121900" rIns="121900" bIns="121900" rtlCol="0" anchor="t" anchorCtr="0">
            <a:noAutofit/>
          </a:bodyPr>
          <a:lstStyle/>
          <a:p>
            <a:pPr marL="135255" indent="0" algn="just">
              <a:lnSpc>
                <a:spcPct val="150000"/>
              </a:lnSpc>
              <a:buNone/>
            </a:pPr>
            <a:r>
              <a:rPr lang="en-US" sz="1800" b="0" i="0" dirty="0">
                <a:solidFill>
                  <a:srgbClr val="231F20"/>
                </a:solidFill>
                <a:effectLst/>
                <a:latin typeface="Times New Roman" panose="02020603050405020304" pitchFamily="18" charset="0"/>
                <a:cs typeface="Times New Roman" panose="02020603050405020304" pitchFamily="18" charset="0"/>
              </a:rPr>
              <a:t>The project titled "UPI (Unified Payments Interface) Fraud Detection Through Machine Learning and Flask Framework" is designed to address the growing concern of fraudulent transactions in digital payments, specifically through UPI systems. Utilizing the power of Machine Learning (ML), this project aims to develop a robust model capable of identifying and flagging fraudulent activities in real-time. The model will be integrated into a user-friendly application built with the Flask framework, enabling seamless interaction and real-time monitoring. By leveraging advanced ML algorithms to analyze transaction patterns and user behaviors, the system intends to enhance the security of UPI transactions, thereby instilling greater trust and reliability in digital financial services. This integration of cutting-edge technology and practical framework promises a significant step forward in combating the menace of online financial frauds.</a:t>
            </a:r>
          </a:p>
          <a:p>
            <a:pPr algn="just">
              <a:lnSpc>
                <a:spcPct val="150000"/>
              </a:lnSpc>
              <a:buFont typeface="Wingdings" panose="05000000000000000000" pitchFamily="2" charset="2"/>
              <a:buChar char="Ø"/>
            </a:pPr>
            <a:endParaRPr lang="en-US" sz="1800" b="0" i="0" dirty="0">
              <a:solidFill>
                <a:srgbClr val="231F20"/>
              </a:solidFill>
              <a:effectLst/>
              <a:latin typeface="Times New Roman" panose="02020603050405020304" pitchFamily="18" charset="0"/>
              <a:cs typeface="Times New Roman" panose="02020603050405020304" pitchFamily="18" charset="0"/>
            </a:endParaRPr>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US" b="1" dirty="0">
                <a:latin typeface="Times New Roman" panose="02020603050405020304" pitchFamily="18" charset="0"/>
                <a:cs typeface="Times New Roman" panose="02020603050405020304" pitchFamily="18" charset="0"/>
              </a:rPr>
              <a:t>EXISTING SYSTEM</a:t>
            </a:r>
            <a:endParaRPr lang="en-US"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GB"/>
              <a:t>5</a:t>
            </a:fld>
            <a:endParaRPr dirty="0"/>
          </a:p>
        </p:txBody>
      </p:sp>
      <p:sp>
        <p:nvSpPr>
          <p:cNvPr id="193" name="Google Shape;193;p12"/>
          <p:cNvSpPr txBox="1">
            <a:spLocks noGrp="1"/>
          </p:cNvSpPr>
          <p:nvPr>
            <p:ph type="body" idx="1"/>
          </p:nvPr>
        </p:nvSpPr>
        <p:spPr>
          <a:xfrm>
            <a:off x="0" y="1739757"/>
            <a:ext cx="12014522" cy="4360101"/>
          </a:xfrm>
          <a:prstGeom prst="rect">
            <a:avLst/>
          </a:prstGeom>
        </p:spPr>
        <p:txBody>
          <a:bodyPr spcFirstLastPara="1" vert="horz" wrap="square" lIns="121900" tIns="121900" rIns="121900" bIns="121900" rtlCol="0" anchor="t" anchorCtr="0">
            <a:noAutofit/>
          </a:bodyPr>
          <a:lstStyle/>
          <a:p>
            <a:pPr algn="just">
              <a:lnSpc>
                <a:spcPct val="15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135255"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
        <p:nvSpPr>
          <p:cNvPr id="22" name="TextBox 21"/>
          <p:cNvSpPr txBox="1"/>
          <p:nvPr/>
        </p:nvSpPr>
        <p:spPr>
          <a:xfrm>
            <a:off x="772795" y="1739900"/>
            <a:ext cx="10889615" cy="2120068"/>
          </a:xfrm>
          <a:prstGeom prst="rect">
            <a:avLst/>
          </a:prstGeom>
          <a:noFill/>
        </p:spPr>
        <p:txBody>
          <a:bodyPr wrap="square">
            <a:spAutoFit/>
          </a:bodyPr>
          <a:lstStyle/>
          <a:p>
            <a:pPr algn="l">
              <a:lnSpc>
                <a:spcPct val="150000"/>
              </a:lnSpc>
            </a:pPr>
            <a:endParaRPr lang="en-IN" b="0" i="0" u="none" strike="noStrike" baseline="0" dirty="0">
              <a:solidFill>
                <a:srgbClr val="000000"/>
              </a:solidFill>
              <a:latin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existing system for UPI fraud detection relies mainly on manual methods and rule-based approaches, which are time-consuming and prone to errors. These methods struggle to adapt to evolving fraud patterns and may miss sophisticated fraudulent activities. There's a need for more sophisticated and automated systems that leverage machine learning to analyze large datasets in real-time, improving fraud detection accuracy and efficiency.</a:t>
            </a:r>
            <a:endParaRPr lang="en-US" u="none" strike="noStrike" baseline="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151" y="523433"/>
            <a:ext cx="7672749" cy="1021600"/>
          </a:xfrm>
        </p:spPr>
        <p:txBody>
          <a:bodyPr/>
          <a:lstStyle/>
          <a:p>
            <a:r>
              <a:rPr lang="en-US" b="1" dirty="0">
                <a:latin typeface="Times New Roman" panose="02020603050405020304" pitchFamily="18" charset="0"/>
                <a:cs typeface="Times New Roman" panose="02020603050405020304" pitchFamily="18" charset="0"/>
              </a:rPr>
              <a:t>DISADVANTAGES</a:t>
            </a:r>
          </a:p>
        </p:txBody>
      </p:sp>
      <p:sp>
        <p:nvSpPr>
          <p:cNvPr id="5" name="Slide Number Placeholder 4"/>
          <p:cNvSpPr>
            <a:spLocks noGrp="1"/>
          </p:cNvSpPr>
          <p:nvPr>
            <p:ph type="sldNum" idx="12"/>
          </p:nvPr>
        </p:nvSpPr>
        <p:spPr/>
        <p:txBody>
          <a:bodyPr/>
          <a:lstStyle/>
          <a:p>
            <a:fld id="{00000000-1234-1234-1234-123412341234}" type="slidenum">
              <a:rPr lang="en-GB" smtClean="0"/>
              <a:t>6</a:t>
            </a:fld>
            <a:endParaRPr lang="en-GB"/>
          </a:p>
        </p:txBody>
      </p:sp>
      <p:sp>
        <p:nvSpPr>
          <p:cNvPr id="8" name="Rectangle 4">
            <a:extLst>
              <a:ext uri="{FF2B5EF4-FFF2-40B4-BE49-F238E27FC236}">
                <a16:creationId xmlns:a16="http://schemas.microsoft.com/office/drawing/2014/main" id="{392B14E7-682C-49BE-BCB6-84E3FC93379E}"/>
              </a:ext>
            </a:extLst>
          </p:cNvPr>
          <p:cNvSpPr>
            <a:spLocks noChangeArrowheads="1"/>
          </p:cNvSpPr>
          <p:nvPr/>
        </p:nvSpPr>
        <p:spPr bwMode="auto">
          <a:xfrm>
            <a:off x="0" y="0"/>
            <a:ext cx="2409825"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5">
            <a:extLst>
              <a:ext uri="{FF2B5EF4-FFF2-40B4-BE49-F238E27FC236}">
                <a16:creationId xmlns:a16="http://schemas.microsoft.com/office/drawing/2014/main" id="{29FE716A-06D0-4187-9490-BCC108287762}"/>
              </a:ext>
            </a:extLst>
          </p:cNvPr>
          <p:cNvSpPr>
            <a:spLocks noChangeArrowheads="1"/>
          </p:cNvSpPr>
          <p:nvPr/>
        </p:nvSpPr>
        <p:spPr bwMode="auto">
          <a:xfrm>
            <a:off x="424151" y="1916065"/>
            <a:ext cx="6014467" cy="26314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Manual methods are time-consuming.</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Rule-based approaches may miss sophisticated fraud patterns.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Lack of adaptability to evolving fraud tactics.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Potential for errors in manual investigation.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Limited scalability to analyze large datasets effectively.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6">
            <a:extLst>
              <a:ext uri="{FF2B5EF4-FFF2-40B4-BE49-F238E27FC236}">
                <a16:creationId xmlns:a16="http://schemas.microsoft.com/office/drawing/2014/main" id="{BB32E27C-B410-4004-8441-776CFCE54D77}"/>
              </a:ext>
            </a:extLst>
          </p:cNvPr>
          <p:cNvSpPr>
            <a:spLocks noChangeArrowheads="1"/>
          </p:cNvSpPr>
          <p:nvPr/>
        </p:nvSpPr>
        <p:spPr bwMode="auto">
          <a:xfrm>
            <a:off x="152400" y="152400"/>
            <a:ext cx="2409825"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716" y="523433"/>
            <a:ext cx="7869184" cy="1021600"/>
          </a:xfrm>
        </p:spPr>
        <p:txBody>
          <a:bodyPr/>
          <a:lstStyle/>
          <a:p>
            <a:r>
              <a:rPr lang="en-IN" dirty="0"/>
              <a:t>   </a:t>
            </a:r>
            <a:r>
              <a:rPr lang="en-IN" b="1" dirty="0">
                <a:latin typeface="Times New Roman" panose="02020603050405020304" pitchFamily="18" charset="0"/>
                <a:cs typeface="Times New Roman" panose="02020603050405020304" pitchFamily="18" charset="0"/>
              </a:rPr>
              <a:t>PROPOSED  SYSTEM</a:t>
            </a:r>
          </a:p>
        </p:txBody>
      </p:sp>
      <p:sp>
        <p:nvSpPr>
          <p:cNvPr id="3" name="Text Placeholder 2"/>
          <p:cNvSpPr>
            <a:spLocks noGrp="1"/>
          </p:cNvSpPr>
          <p:nvPr>
            <p:ph type="body" idx="1"/>
          </p:nvPr>
        </p:nvSpPr>
        <p:spPr>
          <a:xfrm>
            <a:off x="227716" y="1545033"/>
            <a:ext cx="11397465" cy="4269349"/>
          </a:xfrm>
        </p:spPr>
        <p:txBody>
          <a:bodyPr/>
          <a:lstStyle/>
          <a:p>
            <a:pPr marL="135255" indent="0" algn="l">
              <a:lnSpc>
                <a:spcPct val="150000"/>
              </a:lnSpc>
              <a:buNone/>
            </a:pPr>
            <a:r>
              <a:rPr lang="en-US" sz="1800" b="0" i="0" u="none" strike="noStrike" baseline="0" dirty="0">
                <a:solidFill>
                  <a:srgbClr val="000000"/>
                </a:solidFill>
                <a:latin typeface="Times New Roman" panose="02020603050405020304" pitchFamily="18" charset="0"/>
              </a:rPr>
              <a:t>The proposed system for the "UPI Fraud Detection Through Machine Learning and Flask Framework" project involves developing a sophisticated machine learning model that can efficiently detect and predict fraudulent activities in UPI transactions. This system will use historical data to train algorithms capable of recognizing patterns typical of fraud, such as unusual transaction amounts, high frequency of transactions in a short period, or anomalous user behavior. The predictive model will be integrated into a Flask-based web application, providing a user-friendly interface for both administrators and end-users to monitor transactions and receive alerts on potential frauds. Additionally, the application will offer real-time analytics and reporting features, enhancing the ability to respond swiftly to fraudulent activities. This dual approach of leveraging advanced analytics with an accessible platform aims to significantly reduce the incidence of UPI fraud, making digital payments safer for all users.</a:t>
            </a:r>
          </a:p>
          <a:p>
            <a:pPr marL="135255" indent="0" algn="l">
              <a:lnSpc>
                <a:spcPct val="150000"/>
              </a:lnSpc>
              <a:buNone/>
            </a:pPr>
            <a:endParaRPr lang="en-IN" sz="1800" b="0" i="0" u="none" strike="noStrike" baseline="0" dirty="0">
              <a:solidFill>
                <a:srgbClr val="000000"/>
              </a:solidFill>
              <a:latin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GB" smtClean="0"/>
              <a:t>7</a:t>
            </a:fld>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455" y="523433"/>
            <a:ext cx="7730445" cy="1021600"/>
          </a:xfrm>
        </p:spPr>
        <p:txBody>
          <a:bodyPr/>
          <a:lstStyle/>
          <a:p>
            <a:r>
              <a:rPr lang="en-IN" b="1" dirty="0">
                <a:latin typeface="Times New Roman" panose="02020603050405020304" pitchFamily="18" charset="0"/>
                <a:cs typeface="Times New Roman" panose="02020603050405020304" pitchFamily="18" charset="0"/>
              </a:rPr>
              <a:t>ADVANTAGES</a:t>
            </a:r>
          </a:p>
        </p:txBody>
      </p:sp>
      <p:sp>
        <p:nvSpPr>
          <p:cNvPr id="3" name="Text Placeholder 2"/>
          <p:cNvSpPr>
            <a:spLocks noGrp="1"/>
          </p:cNvSpPr>
          <p:nvPr>
            <p:ph type="body" idx="1"/>
          </p:nvPr>
        </p:nvSpPr>
        <p:spPr>
          <a:xfrm>
            <a:off x="366455" y="1855778"/>
            <a:ext cx="11214624" cy="4186415"/>
          </a:xfrm>
        </p:spPr>
        <p:txBody>
          <a:bodyPr/>
          <a:lstStyle/>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Enhanced accuracy in fraud detection.</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Real-time detection capabilities.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Adaptability to evolving fraud patterns.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Automation reduces manual effort and errors.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Scalability to analyze large datasets effectively.</a:t>
            </a:r>
          </a:p>
          <a:p>
            <a:pPr marL="135255"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GB" smtClean="0"/>
              <a:t>8</a:t>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734" y="523433"/>
            <a:ext cx="8064709" cy="1021600"/>
          </a:xfrm>
        </p:spPr>
        <p:txBody>
          <a:bodyPr/>
          <a:lstStyle/>
          <a:p>
            <a:r>
              <a:rPr lang="en-IN" b="1" dirty="0">
                <a:latin typeface="Times New Roman" panose="02020603050405020304" pitchFamily="18" charset="0"/>
                <a:cs typeface="Times New Roman" panose="02020603050405020304" pitchFamily="18" charset="0"/>
              </a:rPr>
              <a:t>SYSTEM ARCHITECTURE  </a:t>
            </a:r>
          </a:p>
        </p:txBody>
      </p:sp>
      <p:sp>
        <p:nvSpPr>
          <p:cNvPr id="5" name="Slide Number Placeholder 4"/>
          <p:cNvSpPr>
            <a:spLocks noGrp="1"/>
          </p:cNvSpPr>
          <p:nvPr>
            <p:ph type="sldNum" idx="12"/>
          </p:nvPr>
        </p:nvSpPr>
        <p:spPr/>
        <p:txBody>
          <a:bodyPr/>
          <a:lstStyle/>
          <a:p>
            <a:fld id="{00000000-1234-1234-1234-123412341234}" type="slidenum">
              <a:rPr lang="en-GB" smtClean="0">
                <a:latin typeface="Times New Roman" panose="02020603050405020304" pitchFamily="18" charset="0"/>
                <a:cs typeface="Times New Roman" panose="02020603050405020304" pitchFamily="18" charset="0"/>
              </a:rPr>
              <a:t>9</a:t>
            </a:fld>
            <a:endParaRPr lang="en-GB">
              <a:latin typeface="Times New Roman" panose="02020603050405020304" pitchFamily="18" charset="0"/>
              <a:cs typeface="Times New Roman" panose="02020603050405020304" pitchFamily="18" charset="0"/>
            </a:endParaRPr>
          </a:p>
        </p:txBody>
      </p:sp>
      <p:sp>
        <p:nvSpPr>
          <p:cNvPr id="3" name="Rectangle 19"/>
          <p:cNvSpPr>
            <a:spLocks noChangeArrowheads="1"/>
          </p:cNvSpPr>
          <p:nvPr/>
        </p:nvSpPr>
        <p:spPr bwMode="auto">
          <a:xfrm>
            <a:off x="1" y="58580"/>
            <a:ext cx="24628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spAutoFit/>
          </a:bodyPr>
          <a:lstStyle/>
          <a:p>
            <a:endParaRPr lang="en-IN" sz="2400" dirty="0">
              <a:latin typeface="Times New Roman" panose="02020603050405020304" pitchFamily="18" charset="0"/>
              <a:cs typeface="Times New Roman" panose="02020603050405020304" pitchFamily="18" charset="0"/>
            </a:endParaRPr>
          </a:p>
        </p:txBody>
      </p:sp>
      <p:sp>
        <p:nvSpPr>
          <p:cNvPr id="4" name="Rectangles 3"/>
          <p:cNvSpPr/>
          <p:nvPr/>
        </p:nvSpPr>
        <p:spPr>
          <a:xfrm>
            <a:off x="354330" y="2135505"/>
            <a:ext cx="1886585" cy="8108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Data Collection </a:t>
            </a:r>
          </a:p>
          <a:p>
            <a:pPr algn="ctr"/>
            <a:endParaRPr lang="en-US" dirty="0">
              <a:latin typeface="Times New Roman" panose="02020603050405020304" pitchFamily="18" charset="0"/>
              <a:cs typeface="Times New Roman" panose="02020603050405020304" pitchFamily="18" charset="0"/>
            </a:endParaRPr>
          </a:p>
        </p:txBody>
      </p:sp>
      <p:sp>
        <p:nvSpPr>
          <p:cNvPr id="6" name="Rectangles 5"/>
          <p:cNvSpPr/>
          <p:nvPr/>
        </p:nvSpPr>
        <p:spPr>
          <a:xfrm>
            <a:off x="2950845" y="2135505"/>
            <a:ext cx="2120265" cy="811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Times New Roman" panose="02020603050405020304" pitchFamily="18" charset="0"/>
                <a:cs typeface="Times New Roman" panose="02020603050405020304" pitchFamily="18" charset="0"/>
              </a:rPr>
              <a:t>Data Preprocessing</a:t>
            </a:r>
          </a:p>
        </p:txBody>
      </p:sp>
      <p:sp>
        <p:nvSpPr>
          <p:cNvPr id="7" name="Rectangles 6"/>
          <p:cNvSpPr/>
          <p:nvPr/>
        </p:nvSpPr>
        <p:spPr>
          <a:xfrm>
            <a:off x="5780405" y="2135505"/>
            <a:ext cx="2120265" cy="810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Model Implementation</a:t>
            </a:r>
          </a:p>
        </p:txBody>
      </p:sp>
      <p:sp>
        <p:nvSpPr>
          <p:cNvPr id="8" name="Rectangles 7"/>
          <p:cNvSpPr/>
          <p:nvPr/>
        </p:nvSpPr>
        <p:spPr>
          <a:xfrm>
            <a:off x="5781040" y="3281680"/>
            <a:ext cx="2120900" cy="9023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Random Forest</a:t>
            </a:r>
          </a:p>
        </p:txBody>
      </p:sp>
      <p:sp>
        <p:nvSpPr>
          <p:cNvPr id="9" name="Rectangles 8"/>
          <p:cNvSpPr/>
          <p:nvPr/>
        </p:nvSpPr>
        <p:spPr>
          <a:xfrm>
            <a:off x="5781040" y="4564992"/>
            <a:ext cx="2120900" cy="7988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Logistic Regression </a:t>
            </a:r>
          </a:p>
        </p:txBody>
      </p:sp>
      <p:sp>
        <p:nvSpPr>
          <p:cNvPr id="10" name="Rectangles 9"/>
          <p:cNvSpPr/>
          <p:nvPr/>
        </p:nvSpPr>
        <p:spPr>
          <a:xfrm>
            <a:off x="8347710" y="2136140"/>
            <a:ext cx="2099310" cy="8089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Load model with flask</a:t>
            </a:r>
          </a:p>
        </p:txBody>
      </p:sp>
      <p:sp>
        <p:nvSpPr>
          <p:cNvPr id="11" name="Rectangles 10"/>
          <p:cNvSpPr/>
          <p:nvPr/>
        </p:nvSpPr>
        <p:spPr>
          <a:xfrm>
            <a:off x="8347710" y="3343910"/>
            <a:ext cx="2099310" cy="840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Predication Page</a:t>
            </a:r>
          </a:p>
        </p:txBody>
      </p:sp>
      <p:sp>
        <p:nvSpPr>
          <p:cNvPr id="12" name="Rectangles 11"/>
          <p:cNvSpPr/>
          <p:nvPr/>
        </p:nvSpPr>
        <p:spPr>
          <a:xfrm>
            <a:off x="8347075" y="4519295"/>
            <a:ext cx="2099310" cy="8007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Result</a:t>
            </a:r>
          </a:p>
        </p:txBody>
      </p:sp>
      <p:cxnSp>
        <p:nvCxnSpPr>
          <p:cNvPr id="14" name="Straight Arrow Connector 13"/>
          <p:cNvCxnSpPr>
            <a:stCxn id="4" idx="3"/>
            <a:endCxn id="6" idx="1"/>
          </p:cNvCxnSpPr>
          <p:nvPr/>
        </p:nvCxnSpPr>
        <p:spPr>
          <a:xfrm>
            <a:off x="2240915" y="2541270"/>
            <a:ext cx="7099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6" idx="3"/>
            <a:endCxn id="7" idx="1"/>
          </p:cNvCxnSpPr>
          <p:nvPr/>
        </p:nvCxnSpPr>
        <p:spPr>
          <a:xfrm flipV="1">
            <a:off x="5071110" y="2540635"/>
            <a:ext cx="709295" cy="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7" idx="3"/>
            <a:endCxn id="10" idx="1"/>
          </p:cNvCxnSpPr>
          <p:nvPr/>
        </p:nvCxnSpPr>
        <p:spPr>
          <a:xfrm>
            <a:off x="7900670" y="2540635"/>
            <a:ext cx="447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2"/>
            <a:endCxn id="8" idx="0"/>
          </p:cNvCxnSpPr>
          <p:nvPr/>
        </p:nvCxnSpPr>
        <p:spPr>
          <a:xfrm>
            <a:off x="6840855" y="2945765"/>
            <a:ext cx="635" cy="3359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8" idx="2"/>
            <a:endCxn id="9" idx="0"/>
          </p:cNvCxnSpPr>
          <p:nvPr/>
        </p:nvCxnSpPr>
        <p:spPr>
          <a:xfrm>
            <a:off x="6841490" y="4184015"/>
            <a:ext cx="0" cy="38097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0" idx="2"/>
            <a:endCxn id="11" idx="0"/>
          </p:cNvCxnSpPr>
          <p:nvPr/>
        </p:nvCxnSpPr>
        <p:spPr>
          <a:xfrm>
            <a:off x="9397365" y="2945130"/>
            <a:ext cx="0" cy="3987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1" idx="2"/>
            <a:endCxn id="12" idx="0"/>
          </p:cNvCxnSpPr>
          <p:nvPr/>
        </p:nvCxnSpPr>
        <p:spPr>
          <a:xfrm flipH="1">
            <a:off x="9396730" y="4184650"/>
            <a:ext cx="635" cy="3346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MODULE</a:t>
            </a:r>
            <a:endParaRPr lang="en-IN" b="1" dirty="0"/>
          </a:p>
        </p:txBody>
      </p:sp>
      <p:sp>
        <p:nvSpPr>
          <p:cNvPr id="3" name="Text Placeholder 2"/>
          <p:cNvSpPr>
            <a:spLocks noGrp="1"/>
          </p:cNvSpPr>
          <p:nvPr>
            <p:ph type="body" idx="1"/>
          </p:nvPr>
        </p:nvSpPr>
        <p:spPr>
          <a:xfrm>
            <a:off x="546054" y="1900748"/>
            <a:ext cx="10844323" cy="3743068"/>
          </a:xfrm>
        </p:spPr>
        <p:txBody>
          <a:bodyPr/>
          <a:lstStyle/>
          <a:p>
            <a:pPr lvl="0">
              <a:lnSpc>
                <a:spcPct val="150000"/>
              </a:lnSpc>
              <a:buFont typeface="Wingdings" panose="05000000000000000000" pitchFamily="2" charset="2"/>
              <a:buChar char="Ø"/>
            </a:pPr>
            <a:r>
              <a:rPr lang="en-US" sz="1800" dirty="0">
                <a:latin typeface="Times New Roman" panose="02020603050405020304" pitchFamily="18" charset="0"/>
                <a:ea typeface="Calibri" panose="020F0502020204030204" charset="0"/>
                <a:cs typeface="Times New Roman" panose="02020603050405020304" pitchFamily="18" charset="0"/>
              </a:rPr>
              <a:t>Data Collection Module</a:t>
            </a:r>
          </a:p>
          <a:p>
            <a:pPr lvl="0">
              <a:lnSpc>
                <a:spcPct val="150000"/>
              </a:lnSpc>
              <a:buFont typeface="Wingdings" panose="05000000000000000000" pitchFamily="2" charset="2"/>
              <a:buChar char="Ø"/>
            </a:pPr>
            <a:r>
              <a:rPr lang="en-US" sz="1800" dirty="0">
                <a:latin typeface="Times New Roman" panose="02020603050405020304" pitchFamily="18" charset="0"/>
                <a:ea typeface="Calibri" panose="020F0502020204030204" charset="0"/>
                <a:cs typeface="Times New Roman" panose="02020603050405020304" pitchFamily="18" charset="0"/>
              </a:rPr>
              <a:t>Data Preprocessing Module</a:t>
            </a:r>
          </a:p>
          <a:p>
            <a:pPr lvl="0">
              <a:lnSpc>
                <a:spcPct val="150000"/>
              </a:lnSpc>
              <a:buFont typeface="Wingdings" panose="05000000000000000000" pitchFamily="2" charset="2"/>
              <a:buChar char="Ø"/>
            </a:pPr>
            <a:r>
              <a:rPr lang="en-US" sz="1800" dirty="0">
                <a:latin typeface="Times New Roman" panose="02020603050405020304" pitchFamily="18" charset="0"/>
                <a:ea typeface="Calibri" panose="020F0502020204030204" charset="0"/>
                <a:cs typeface="Times New Roman" panose="02020603050405020304" pitchFamily="18" charset="0"/>
              </a:rPr>
              <a:t>Model Implementation</a:t>
            </a:r>
          </a:p>
          <a:p>
            <a:pPr lvl="0">
              <a:lnSpc>
                <a:spcPct val="150000"/>
              </a:lnSpc>
              <a:buFont typeface="Wingdings" panose="05000000000000000000" pitchFamily="2" charset="2"/>
              <a:buChar char="Ø"/>
            </a:pPr>
            <a:r>
              <a:rPr lang="en-US" sz="1800" dirty="0">
                <a:latin typeface="Times New Roman" panose="02020603050405020304" pitchFamily="18" charset="0"/>
                <a:ea typeface="Calibri" panose="020F0502020204030204" charset="0"/>
                <a:cs typeface="Times New Roman" panose="02020603050405020304" pitchFamily="18" charset="0"/>
              </a:rPr>
              <a:t>Model Integration</a:t>
            </a:r>
          </a:p>
          <a:p>
            <a:pPr lvl="0">
              <a:lnSpc>
                <a:spcPct val="150000"/>
              </a:lnSpc>
              <a:buFont typeface="Wingdings" panose="05000000000000000000" pitchFamily="2" charset="2"/>
              <a:buChar char="Ø"/>
            </a:pPr>
            <a:r>
              <a:rPr lang="en-IN" sz="1800" dirty="0">
                <a:latin typeface="Times New Roman" panose="02020603050405020304" pitchFamily="18" charset="0"/>
                <a:ea typeface="Calibri" panose="020F0502020204030204" charset="0"/>
                <a:cs typeface="Times New Roman" panose="02020603050405020304" pitchFamily="18" charset="0"/>
              </a:rPr>
              <a:t>Prediction</a:t>
            </a:r>
          </a:p>
        </p:txBody>
      </p:sp>
      <p:sp>
        <p:nvSpPr>
          <p:cNvPr id="5" name="Slide Number Placeholder 4"/>
          <p:cNvSpPr>
            <a:spLocks noGrp="1"/>
          </p:cNvSpPr>
          <p:nvPr>
            <p:ph type="sldNum" idx="12"/>
          </p:nvPr>
        </p:nvSpPr>
        <p:spPr/>
        <p:txBody>
          <a:bodyPr/>
          <a:lstStyle/>
          <a:p>
            <a:fld id="{00000000-1234-1234-1234-123412341234}" type="slidenum">
              <a:rPr lang="en-GB" smtClean="0"/>
              <a:t>10</a:t>
            </a:fld>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610" y="523433"/>
            <a:ext cx="7792290"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b="1" dirty="0"/>
          </a:p>
        </p:txBody>
      </p:sp>
      <p:sp>
        <p:nvSpPr>
          <p:cNvPr id="3" name="Text Placeholder 2"/>
          <p:cNvSpPr>
            <a:spLocks noGrp="1"/>
          </p:cNvSpPr>
          <p:nvPr>
            <p:ph type="body" idx="1"/>
          </p:nvPr>
        </p:nvSpPr>
        <p:spPr>
          <a:xfrm>
            <a:off x="156754" y="1825797"/>
            <a:ext cx="10992179" cy="4508770"/>
          </a:xfrm>
        </p:spPr>
        <p:txBody>
          <a:bodyPr/>
          <a:lstStyle/>
          <a:p>
            <a:pPr marL="135255" indent="0" algn="just">
              <a:lnSpc>
                <a:spcPct val="150000"/>
              </a:lnSpc>
              <a:spcAft>
                <a:spcPts val="800"/>
              </a:spcAft>
              <a:buFont typeface="Wingdings" panose="05000000000000000000" pitchFamily="2" charset="2"/>
              <a:buNone/>
            </a:pPr>
            <a:r>
              <a:rPr lang="en-US" sz="1800" b="1" dirty="0">
                <a:effectLst/>
                <a:latin typeface="Times New Roman" panose="02020603050405020304" pitchFamily="18" charset="0"/>
                <a:ea typeface="Calibri" panose="020F0502020204030204" charset="0"/>
                <a:cs typeface="Times New Roman" panose="02020603050405020304" pitchFamily="18" charset="0"/>
              </a:rPr>
              <a:t>1) </a:t>
            </a:r>
            <a:r>
              <a:rPr lang="en-IN" sz="1800" b="1" dirty="0">
                <a:latin typeface="Times New Roman" panose="02020603050405020304" pitchFamily="18" charset="0"/>
                <a:ea typeface="Calibri" panose="020F0502020204030204" charset="0"/>
                <a:cs typeface="Times New Roman" panose="02020603050405020304" pitchFamily="18" charset="0"/>
                <a:sym typeface="+mn-ea"/>
              </a:rPr>
              <a:t>Data Collection</a:t>
            </a:r>
            <a:endParaRPr lang="en-US" sz="1800" dirty="0">
              <a:latin typeface="Times New Roman" panose="02020603050405020304" pitchFamily="18" charset="0"/>
              <a:ea typeface="Calibri" panose="020F0502020204030204" charset="0"/>
              <a:cs typeface="Times New Roman" panose="02020603050405020304" pitchFamily="18" charset="0"/>
            </a:endParaRPr>
          </a:p>
          <a:p>
            <a:pPr algn="just">
              <a:lnSpc>
                <a:spcPct val="150000"/>
              </a:lnSpc>
              <a:spcAft>
                <a:spcPts val="800"/>
              </a:spcAft>
              <a:buFont typeface="Wingdings" panose="05000000000000000000" pitchFamily="2" charset="2"/>
              <a:buChar char="Ø"/>
            </a:pPr>
            <a:r>
              <a:rPr lang="en-US" sz="1800" dirty="0">
                <a:latin typeface="Times New Roman" panose="02020603050405020304" pitchFamily="18" charset="0"/>
                <a:ea typeface="Calibri" panose="020F0502020204030204" charset="0"/>
                <a:cs typeface="Times New Roman" panose="02020603050405020304" pitchFamily="18" charset="0"/>
              </a:rPr>
              <a:t>The Data Collection Module is responsible for gathering transactional data from various sources, including UPI platforms, financial institutions, and other relevant databases.</a:t>
            </a:r>
          </a:p>
          <a:p>
            <a:pPr algn="just">
              <a:lnSpc>
                <a:spcPct val="150000"/>
              </a:lnSpc>
              <a:spcAft>
                <a:spcPts val="800"/>
              </a:spcAft>
              <a:buFont typeface="Wingdings" panose="05000000000000000000" pitchFamily="2" charset="2"/>
              <a:buChar char="Ø"/>
            </a:pPr>
            <a:r>
              <a:rPr lang="en-US" sz="1800" dirty="0">
                <a:latin typeface="Times New Roman" panose="02020603050405020304" pitchFamily="18" charset="0"/>
                <a:ea typeface="Calibri" panose="020F0502020204030204" charset="0"/>
                <a:cs typeface="Times New Roman" panose="02020603050405020304" pitchFamily="18" charset="0"/>
              </a:rPr>
              <a:t>It involves establishing connections to data sources, querying databases, or using APIs to retrieve transactional data.</a:t>
            </a:r>
          </a:p>
          <a:p>
            <a:pPr algn="just">
              <a:lnSpc>
                <a:spcPct val="150000"/>
              </a:lnSpc>
              <a:spcAft>
                <a:spcPts val="800"/>
              </a:spcAft>
              <a:buFont typeface="Wingdings" panose="05000000000000000000" pitchFamily="2" charset="2"/>
              <a:buChar char="Ø"/>
            </a:pPr>
            <a:r>
              <a:rPr lang="en-US" sz="1800" dirty="0">
                <a:latin typeface="Times New Roman" panose="02020603050405020304" pitchFamily="18" charset="0"/>
                <a:ea typeface="Calibri" panose="020F0502020204030204" charset="0"/>
                <a:cs typeface="Times New Roman" panose="02020603050405020304" pitchFamily="18" charset="0"/>
              </a:rPr>
              <a:t>The collected data may include information such as transaction amount, timestamp, user details, merchant details, transaction type, and any other relevant features.</a:t>
            </a:r>
          </a:p>
        </p:txBody>
      </p:sp>
      <p:sp>
        <p:nvSpPr>
          <p:cNvPr id="5" name="Slide Number Placeholder 4"/>
          <p:cNvSpPr>
            <a:spLocks noGrp="1"/>
          </p:cNvSpPr>
          <p:nvPr>
            <p:ph type="sldNum" idx="12"/>
          </p:nvPr>
        </p:nvSpPr>
        <p:spPr/>
        <p:txBody>
          <a:bodyPr/>
          <a:lstStyle/>
          <a:p>
            <a:fld id="{00000000-1234-1234-1234-123412341234}" type="slidenum">
              <a:rPr lang="en-GB" smtClean="0"/>
              <a:t>11</a:t>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833" y="523433"/>
            <a:ext cx="7842067"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dirty="0"/>
          </a:p>
        </p:txBody>
      </p:sp>
      <p:sp>
        <p:nvSpPr>
          <p:cNvPr id="3" name="Text Placeholder 2"/>
          <p:cNvSpPr>
            <a:spLocks noGrp="1"/>
          </p:cNvSpPr>
          <p:nvPr>
            <p:ph type="body" idx="1"/>
          </p:nvPr>
        </p:nvSpPr>
        <p:spPr>
          <a:xfrm>
            <a:off x="449663" y="1773320"/>
            <a:ext cx="10411097" cy="4682284"/>
          </a:xfrm>
        </p:spPr>
        <p:txBody>
          <a:bodyPr/>
          <a:lstStyle/>
          <a:p>
            <a:pPr marL="135255" indent="0" algn="just">
              <a:lnSpc>
                <a:spcPct val="150000"/>
              </a:lnSpc>
              <a:buNone/>
            </a:pPr>
            <a:r>
              <a:rPr lang="en-US" sz="1800" b="1" dirty="0">
                <a:latin typeface="Times New Roman" panose="02020603050405020304" pitchFamily="18" charset="0"/>
                <a:cs typeface="Times New Roman" panose="02020603050405020304" pitchFamily="18" charset="0"/>
              </a:rPr>
              <a:t>2) </a:t>
            </a:r>
            <a:r>
              <a:rPr lang="en-IN" sz="1800" b="1" dirty="0">
                <a:latin typeface="Times New Roman" panose="02020603050405020304" pitchFamily="18" charset="0"/>
                <a:ea typeface="Calibri" panose="020F0502020204030204" charset="0"/>
                <a:cs typeface="Times New Roman" panose="02020603050405020304" pitchFamily="18" charset="0"/>
                <a:sym typeface="+mn-ea"/>
              </a:rPr>
              <a:t>Data Pre-processing</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Data Preprocessing Module is crucial for preparing the collected data for analysis by cleaning and transforming it into a suitable format.</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Common preprocessing steps include handling missing or erroneous data, removing duplicates, and dealing with outliers.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Data may also be standardized or normalized to ensure consistency and comparability across different features.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Feature engineering techniques may be applied to extract additional information or create new features that enhance the predictive power of the model.</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Finally, the preprocessed data is split into training and testing datasets for model training and evaluation.</a:t>
            </a:r>
          </a:p>
          <a:p>
            <a:pPr marL="135255" indent="0" algn="just">
              <a:lnSpc>
                <a:spcPct val="150000"/>
              </a:lnSpc>
              <a:buNone/>
            </a:pPr>
            <a:endParaRPr lang="en-US"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892" y="523433"/>
            <a:ext cx="7932008"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b="1" dirty="0"/>
          </a:p>
        </p:txBody>
      </p:sp>
      <p:sp>
        <p:nvSpPr>
          <p:cNvPr id="5" name="Slide Number Placeholder 4"/>
          <p:cNvSpPr>
            <a:spLocks noGrp="1"/>
          </p:cNvSpPr>
          <p:nvPr>
            <p:ph type="sldNum" idx="12"/>
          </p:nvPr>
        </p:nvSpPr>
        <p:spPr/>
        <p:txBody>
          <a:bodyPr/>
          <a:lstStyle/>
          <a:p>
            <a:fld id="{00000000-1234-1234-1234-123412341234}" type="slidenum">
              <a:rPr lang="en-GB" smtClean="0"/>
              <a:t>13</a:t>
            </a:fld>
            <a:endParaRPr lang="en-GB"/>
          </a:p>
        </p:txBody>
      </p:sp>
      <p:sp>
        <p:nvSpPr>
          <p:cNvPr id="6" name="Text Placeholder 5"/>
          <p:cNvSpPr>
            <a:spLocks noGrp="1"/>
          </p:cNvSpPr>
          <p:nvPr>
            <p:ph type="body" idx="1"/>
          </p:nvPr>
        </p:nvSpPr>
        <p:spPr>
          <a:xfrm>
            <a:off x="300446" y="1870769"/>
            <a:ext cx="10552432" cy="4463798"/>
          </a:xfrm>
        </p:spPr>
        <p:txBody>
          <a:bodyPr/>
          <a:lstStyle/>
          <a:p>
            <a:pPr marL="135255" indent="0">
              <a:lnSpc>
                <a:spcPct val="150000"/>
              </a:lnSpc>
              <a:buNone/>
            </a:pPr>
            <a:r>
              <a:rPr lang="en-US" sz="1800" b="1" dirty="0">
                <a:effectLst/>
                <a:latin typeface="Times New Roman" panose="02020603050405020304" pitchFamily="18" charset="0"/>
                <a:ea typeface="Calibri" panose="020F0502020204030204" charset="0"/>
                <a:cs typeface="Times New Roman" panose="02020603050405020304" pitchFamily="18" charset="0"/>
              </a:rPr>
              <a:t>3) </a:t>
            </a:r>
            <a:r>
              <a:rPr lang="en-IN" sz="1800" b="1" dirty="0">
                <a:effectLst/>
                <a:latin typeface="Times New Roman" panose="02020603050405020304" pitchFamily="18" charset="0"/>
                <a:ea typeface="Calibri" panose="020F0502020204030204" charset="0"/>
                <a:cs typeface="Times New Roman" panose="02020603050405020304" pitchFamily="18" charset="0"/>
                <a:sym typeface="+mn-ea"/>
              </a:rPr>
              <a:t>Module Implementation</a:t>
            </a:r>
            <a:r>
              <a:rPr lang="en-US" sz="1800" b="1" dirty="0">
                <a:effectLst/>
                <a:latin typeface="Times New Roman" panose="02020603050405020304" pitchFamily="18" charset="0"/>
                <a:ea typeface="Calibri" panose="020F0502020204030204" charset="0"/>
                <a:cs typeface="Times New Roman" panose="02020603050405020304" pitchFamily="18" charset="0"/>
              </a:rPr>
              <a:t>:</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Model Training Module involves training machine learning models using the preprocessed data to learn patterns of fraudulent behavior.</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Algorithms such as Random Forest and Logistic Regression are commonly used for fraud detection due to their effectiveness and interpretability.</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During training, the model learns to distinguish between legitimate and fraudulent transactions based on the features provided.</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Hyperparameter tuning may be performed to optimize the performance of the model, and techniques like cross-validation may be used to assess generalization performance.</a:t>
            </a:r>
          </a:p>
          <a:p>
            <a:pPr marL="135255" indent="0">
              <a:lnSpc>
                <a:spcPct val="150000"/>
              </a:lnSpc>
              <a:buNone/>
            </a:pPr>
            <a:endParaRPr lang="en-US" sz="1800" b="1" dirty="0">
              <a:effectLst/>
              <a:latin typeface="Times New Roman" panose="02020603050405020304" pitchFamily="18" charset="0"/>
              <a:ea typeface="Calibri" panose="020F050202020403020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892" y="523433"/>
            <a:ext cx="7932008"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b="1" dirty="0"/>
          </a:p>
        </p:txBody>
      </p:sp>
      <p:sp>
        <p:nvSpPr>
          <p:cNvPr id="5" name="Slide Number Placeholder 4"/>
          <p:cNvSpPr>
            <a:spLocks noGrp="1"/>
          </p:cNvSpPr>
          <p:nvPr>
            <p:ph type="sldNum" idx="12"/>
          </p:nvPr>
        </p:nvSpPr>
        <p:spPr/>
        <p:txBody>
          <a:bodyPr/>
          <a:lstStyle/>
          <a:p>
            <a:fld id="{00000000-1234-1234-1234-123412341234}" type="slidenum">
              <a:rPr lang="en-GB" smtClean="0"/>
              <a:t>14</a:t>
            </a:fld>
            <a:endParaRPr lang="en-GB"/>
          </a:p>
        </p:txBody>
      </p:sp>
      <p:sp>
        <p:nvSpPr>
          <p:cNvPr id="6" name="Text Placeholder 5"/>
          <p:cNvSpPr>
            <a:spLocks noGrp="1"/>
          </p:cNvSpPr>
          <p:nvPr>
            <p:ph type="body" idx="1"/>
          </p:nvPr>
        </p:nvSpPr>
        <p:spPr>
          <a:xfrm>
            <a:off x="164891" y="1545033"/>
            <a:ext cx="11975641" cy="4463798"/>
          </a:xfrm>
        </p:spPr>
        <p:txBody>
          <a:bodyPr/>
          <a:lstStyle/>
          <a:p>
            <a:pPr marL="135255" indent="0">
              <a:lnSpc>
                <a:spcPct val="150000"/>
              </a:lnSpc>
              <a:buNone/>
            </a:pPr>
            <a:r>
              <a:rPr lang="en-US" sz="1800" b="1" dirty="0">
                <a:latin typeface="Times New Roman" panose="02020603050405020304" pitchFamily="18" charset="0"/>
                <a:ea typeface="Calibri" panose="020F0502020204030204" charset="0"/>
                <a:cs typeface="Times New Roman" panose="02020603050405020304" pitchFamily="18" charset="0"/>
              </a:rPr>
              <a:t>4</a:t>
            </a:r>
            <a:r>
              <a:rPr lang="en-US" sz="1800" b="1" dirty="0">
                <a:effectLst/>
                <a:latin typeface="Times New Roman" panose="02020603050405020304" pitchFamily="18" charset="0"/>
                <a:ea typeface="Calibri" panose="020F0502020204030204" charset="0"/>
                <a:cs typeface="Times New Roman" panose="02020603050405020304" pitchFamily="18" charset="0"/>
              </a:rPr>
              <a:t>) </a:t>
            </a:r>
            <a:r>
              <a:rPr lang="en-US" sz="1800" b="1" dirty="0">
                <a:latin typeface="Times New Roman" panose="02020603050405020304" pitchFamily="18" charset="0"/>
                <a:ea typeface="Calibri" panose="020F0502020204030204" charset="0"/>
                <a:cs typeface="Times New Roman" panose="02020603050405020304" pitchFamily="18" charset="0"/>
              </a:rPr>
              <a:t>Model Integration</a:t>
            </a:r>
            <a:endParaRPr lang="en-US" sz="1800" b="1" dirty="0">
              <a:latin typeface="Times New Roman" panose="02020603050405020304" pitchFamily="18" charset="0"/>
              <a:ea typeface="Calibri" panose="020F0502020204030204" charset="0"/>
              <a:cs typeface="Times New Roman" panose="02020603050405020304" pitchFamily="18" charset="0"/>
              <a:sym typeface="+mn-ea"/>
            </a:endParaRPr>
          </a:p>
          <a:p>
            <a:pPr marL="135255" indent="0" algn="just">
              <a:lnSpc>
                <a:spcPct val="150000"/>
              </a:lnSpc>
              <a:buNone/>
            </a:pPr>
            <a:r>
              <a:rPr lang="en-US" sz="1800" dirty="0">
                <a:latin typeface="Times New Roman" panose="02020603050405020304" pitchFamily="18" charset="0"/>
                <a:cs typeface="Times New Roman" panose="02020603050405020304" pitchFamily="18" charset="0"/>
              </a:rPr>
              <a:t>In the "UPI Fraud Detection Through Machine Learning and Flask Framework" project, the integration of the machine learning model into the Flask application is a critical component. This process begins with the development of a robust machine learning model using Python libraries such as scikit-learn for training on transaction data, identifying features that are indicative of fraudulent behavior. Once the model is trained and validated for accuracy and efficiency, it is serialized using a tool like pickle. This serialized model is then integrated into the Flask web framework, which acts as the backend server. The Flask application will handle incoming transaction data in real-time, apply the model to this data, and instantly output predictions regarding the likelihood of fraud. Alerts can be configured within the Flask application to notify system administrators or relevant parties when a potential fraud is detected. This seamless integration ensures that users can interact with the system through a web interface, monitoring transactions and managing alerts, thereby enhancing the security of UPI transactions.</a:t>
            </a:r>
          </a:p>
          <a:p>
            <a:pPr marL="135255" indent="0">
              <a:lnSpc>
                <a:spcPct val="150000"/>
              </a:lnSpc>
              <a:buNone/>
            </a:pPr>
            <a:endParaRPr lang="en-US" sz="1800" b="1" dirty="0">
              <a:effectLst/>
              <a:latin typeface="Times New Roman" panose="02020603050405020304" pitchFamily="18" charset="0"/>
              <a:ea typeface="Calibri" panose="020F0502020204030204" charset="0"/>
              <a:cs typeface="Times New Roman" panose="02020603050405020304" pitchFamily="18" charset="0"/>
            </a:endParaRPr>
          </a:p>
        </p:txBody>
      </p:sp>
    </p:spTree>
    <p:extLst>
      <p:ext uri="{BB962C8B-B14F-4D97-AF65-F5344CB8AC3E}">
        <p14:creationId xmlns:p14="http://schemas.microsoft.com/office/powerpoint/2010/main" val="2183166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3EEE2-174C-74E7-9E7D-2380053FE02D}"/>
              </a:ext>
            </a:extLst>
          </p:cNvPr>
          <p:cNvSpPr>
            <a:spLocks noGrp="1"/>
          </p:cNvSpPr>
          <p:nvPr>
            <p:ph type="title"/>
          </p:nvPr>
        </p:nvSpPr>
        <p:spPr>
          <a:xfrm>
            <a:off x="575336" y="541823"/>
            <a:ext cx="7622365" cy="1021600"/>
          </a:xfrm>
        </p:spPr>
        <p:txBody>
          <a:bodyPr/>
          <a:lstStyle/>
          <a:p>
            <a:r>
              <a:rPr lang="en-IN" b="1" dirty="0">
                <a:latin typeface="Times New Roman" panose="02020603050405020304" pitchFamily="18" charset="0"/>
                <a:cs typeface="Times New Roman" panose="02020603050405020304" pitchFamily="18" charset="0"/>
              </a:rPr>
              <a:t>MODULE DESCRIPTIONS</a:t>
            </a:r>
            <a:endParaRPr lang="en-IN" dirty="0"/>
          </a:p>
        </p:txBody>
      </p:sp>
      <p:sp>
        <p:nvSpPr>
          <p:cNvPr id="3" name="Text Placeholder 2">
            <a:extLst>
              <a:ext uri="{FF2B5EF4-FFF2-40B4-BE49-F238E27FC236}">
                <a16:creationId xmlns:a16="http://schemas.microsoft.com/office/drawing/2014/main" id="{4787FBA8-8784-FF26-D3DE-51FB89F98331}"/>
              </a:ext>
            </a:extLst>
          </p:cNvPr>
          <p:cNvSpPr>
            <a:spLocks noGrp="1"/>
          </p:cNvSpPr>
          <p:nvPr>
            <p:ph type="body" idx="1"/>
          </p:nvPr>
        </p:nvSpPr>
        <p:spPr>
          <a:xfrm>
            <a:off x="0" y="1806103"/>
            <a:ext cx="12192000" cy="3754726"/>
          </a:xfrm>
        </p:spPr>
        <p:txBody>
          <a:bodyPr/>
          <a:lstStyle/>
          <a:p>
            <a:pPr marL="135255" indent="0">
              <a:lnSpc>
                <a:spcPct val="150000"/>
              </a:lnSpc>
              <a:buNone/>
            </a:pPr>
            <a:r>
              <a:rPr lang="en-IN" sz="2000" b="1" dirty="0">
                <a:latin typeface="Times New Roman" panose="02020603050405020304" pitchFamily="18" charset="0"/>
                <a:ea typeface="Calibri" panose="020F0502020204030204" charset="0"/>
                <a:cs typeface="Times New Roman" panose="02020603050405020304" pitchFamily="18" charset="0"/>
              </a:rPr>
              <a:t>5) Prediction</a:t>
            </a:r>
            <a:endParaRPr lang="en-US" sz="2000" b="1" dirty="0">
              <a:latin typeface="Times New Roman" panose="02020603050405020304" pitchFamily="18" charset="0"/>
              <a:cs typeface="Times New Roman" panose="02020603050405020304" pitchFamily="18" charset="0"/>
            </a:endParaRPr>
          </a:p>
          <a:p>
            <a:pPr marL="135255" indent="0">
              <a:lnSpc>
                <a:spcPct val="150000"/>
              </a:lnSpc>
              <a:buNone/>
            </a:pPr>
            <a:r>
              <a:rPr lang="en-US" sz="2000" dirty="0">
                <a:latin typeface="Times New Roman" panose="02020603050405020304" pitchFamily="18" charset="0"/>
                <a:cs typeface="Times New Roman" panose="02020603050405020304" pitchFamily="18" charset="0"/>
              </a:rPr>
              <a:t>This project is poised to significantly enhance the security of UPI transactions by deploying a sophisticated machine learning model capable of identifying fraudulent activities with high accuracy. By integrating this model into a Flask-based web application, the system will provide real-time fraud detection, thereby minimizing the risk of financial losses for users and increasing their confidence in digital payment platforms. Given the rising trend of UPI transactions and the associated fraud risks, the timely implementation of such a system could serve as a benchmark in the fintech sector, showcasing how machine learning can be effectively utilized to combat financial fraud. The success of this project is likely to encourage further innovations in the field, leading to broader adoption and refinement of similar technologies across the financial services industry.</a:t>
            </a:r>
          </a:p>
          <a:p>
            <a:pPr marL="135255" indent="0">
              <a:buNone/>
            </a:pPr>
            <a:endParaRPr lang="en-US" sz="2000" dirty="0">
              <a:latin typeface="Times New Roman" panose="02020603050405020304" pitchFamily="18" charset="0"/>
              <a:cs typeface="Times New Roman" panose="02020603050405020304" pitchFamily="18" charset="0"/>
            </a:endParaRPr>
          </a:p>
          <a:p>
            <a:pPr marL="135255"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2141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921" y="523433"/>
            <a:ext cx="8319541" cy="1021600"/>
          </a:xfrm>
        </p:spPr>
        <p:txBody>
          <a:bodyPr/>
          <a:lstStyle/>
          <a:p>
            <a:r>
              <a:rPr lang="en-US" b="1" dirty="0">
                <a:latin typeface="Times New Roman" panose="02020603050405020304" pitchFamily="18" charset="0"/>
                <a:cs typeface="Times New Roman" panose="02020603050405020304" pitchFamily="18" charset="0"/>
              </a:rPr>
              <a:t>SOFTWARE REQUIREMENTS</a:t>
            </a:r>
            <a:endParaRPr lang="en-IN" b="1" dirty="0"/>
          </a:p>
        </p:txBody>
      </p:sp>
      <p:sp>
        <p:nvSpPr>
          <p:cNvPr id="3" name="Text Placeholder 2"/>
          <p:cNvSpPr>
            <a:spLocks noGrp="1"/>
          </p:cNvSpPr>
          <p:nvPr>
            <p:ph type="body" idx="1"/>
          </p:nvPr>
        </p:nvSpPr>
        <p:spPr>
          <a:xfrm>
            <a:off x="1085700" y="2050651"/>
            <a:ext cx="10864475" cy="3712840"/>
          </a:xfrm>
        </p:spPr>
        <p:txBody>
          <a:bodyPr/>
          <a:lstStyle/>
          <a:p>
            <a:pPr algn="just" defTabSz="1147445">
              <a:lnSpc>
                <a:spcPct val="150000"/>
              </a:lnSpc>
              <a:buFont typeface="Wingdings" panose="05000000000000000000" pitchFamily="2" charset="2"/>
              <a:buChar char="q"/>
            </a:pPr>
            <a:r>
              <a:rPr lang="en-US" sz="1800" dirty="0">
                <a:solidFill>
                  <a:srgbClr val="000000"/>
                </a:solidFill>
                <a:latin typeface="Times New Roman" panose="02020603050405020304" pitchFamily="18" charset="0"/>
                <a:cs typeface="Times New Roman" panose="02020603050405020304" pitchFamily="18" charset="0"/>
              </a:rPr>
              <a:t>Operating System     :   Windows 10 (64 bit)</a:t>
            </a:r>
          </a:p>
          <a:p>
            <a:pPr algn="just">
              <a:lnSpc>
                <a:spcPct val="150000"/>
              </a:lnSpc>
              <a:buFont typeface="Wingdings" panose="05000000000000000000" pitchFamily="2" charset="2"/>
              <a:buChar char="q"/>
              <a:tabLst>
                <a:tab pos="5735955" algn="l"/>
              </a:tabLst>
            </a:pPr>
            <a:r>
              <a:rPr lang="en-US" sz="1800" dirty="0">
                <a:solidFill>
                  <a:srgbClr val="000000"/>
                </a:solidFill>
                <a:latin typeface="Times New Roman" panose="02020603050405020304" pitchFamily="18" charset="0"/>
                <a:cs typeface="Times New Roman" panose="02020603050405020304" pitchFamily="18" charset="0"/>
              </a:rPr>
              <a:t>Software                   :    Python 3.7 or Above</a:t>
            </a:r>
          </a:p>
          <a:p>
            <a:pPr algn="just">
              <a:lnSpc>
                <a:spcPct val="150000"/>
              </a:lnSpc>
              <a:buFont typeface="Wingdings" panose="05000000000000000000" pitchFamily="2" charset="2"/>
              <a:buChar char="q"/>
              <a:tabLst>
                <a:tab pos="5735955" algn="l"/>
              </a:tabLst>
            </a:pPr>
            <a:r>
              <a:rPr lang="en-US" sz="1800" dirty="0">
                <a:solidFill>
                  <a:srgbClr val="000000"/>
                </a:solidFill>
                <a:latin typeface="Times New Roman" panose="02020603050405020304" pitchFamily="18" charset="0"/>
                <a:cs typeface="Times New Roman" panose="02020603050405020304" pitchFamily="18" charset="0"/>
              </a:rPr>
              <a:t>Tools                        :    Anaconda </a:t>
            </a:r>
          </a:p>
          <a:p>
            <a:pPr>
              <a:lnSpc>
                <a:spcPct val="150000"/>
              </a:lnSpc>
              <a:buFont typeface="Wingdings" panose="05000000000000000000" pitchFamily="2" charset="2"/>
              <a:buChar char="q"/>
            </a:pPr>
            <a:endParaRPr lang="en-IN" sz="1800" dirty="0">
              <a:solidFill>
                <a:srgbClr val="000000"/>
              </a:solidFill>
            </a:endParaRPr>
          </a:p>
        </p:txBody>
      </p:sp>
      <p:sp>
        <p:nvSpPr>
          <p:cNvPr id="5" name="Slide Number Placeholder 4"/>
          <p:cNvSpPr>
            <a:spLocks noGrp="1"/>
          </p:cNvSpPr>
          <p:nvPr>
            <p:ph type="sldNum" idx="12"/>
          </p:nvPr>
        </p:nvSpPr>
        <p:spPr/>
        <p:txBody>
          <a:bodyPr/>
          <a:lstStyle/>
          <a:p>
            <a:fld id="{00000000-1234-1234-1234-123412341234}" type="slidenum">
              <a:rPr lang="en-GB" smtClean="0"/>
              <a:t>16</a:t>
            </a:fld>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523433"/>
            <a:ext cx="8739266" cy="1021600"/>
          </a:xfrm>
        </p:spPr>
        <p:txBody>
          <a:bodyPr/>
          <a:lstStyle/>
          <a:p>
            <a:pPr>
              <a:lnSpc>
                <a:spcPct val="150000"/>
              </a:lnSpc>
            </a:pPr>
            <a:r>
              <a:rPr lang="en-US" b="1" dirty="0">
                <a:latin typeface="Times New Roman" panose="02020603050405020304" pitchFamily="18" charset="0"/>
                <a:cs typeface="Times New Roman" panose="02020603050405020304" pitchFamily="18" charset="0"/>
              </a:rPr>
              <a:t>HARDWARE REQUIREMENTS</a:t>
            </a:r>
            <a:endParaRPr lang="en-IN"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1085700" y="1974903"/>
            <a:ext cx="10562195" cy="3660353"/>
          </a:xfrm>
        </p:spPr>
        <p:txBody>
          <a:bodyPr/>
          <a:lstStyle/>
          <a:p>
            <a:pPr lvl="0">
              <a:lnSpc>
                <a:spcPct val="150000"/>
              </a:lnSpc>
              <a:buFont typeface="Wingdings" panose="05000000000000000000" pitchFamily="2" charset="2"/>
              <a:buChar char="q"/>
            </a:pPr>
            <a:r>
              <a:rPr lang="en-US" sz="1800" dirty="0">
                <a:solidFill>
                  <a:srgbClr val="000000"/>
                </a:solidFill>
                <a:latin typeface="Times New Roman" panose="02020603050405020304" pitchFamily="18" charset="0"/>
                <a:cs typeface="Times New Roman" panose="02020603050405020304" pitchFamily="18" charset="0"/>
              </a:rPr>
              <a:t>Hard Disk		:	500GB and above</a:t>
            </a:r>
          </a:p>
          <a:p>
            <a:pPr lvl="0">
              <a:lnSpc>
                <a:spcPct val="150000"/>
              </a:lnSpc>
              <a:buFont typeface="Wingdings" panose="05000000000000000000" pitchFamily="2" charset="2"/>
              <a:buChar char="q"/>
            </a:pPr>
            <a:r>
              <a:rPr lang="en-US" sz="1800" dirty="0">
                <a:solidFill>
                  <a:srgbClr val="000000"/>
                </a:solidFill>
                <a:latin typeface="Times New Roman" panose="02020603050405020304" pitchFamily="18" charset="0"/>
                <a:cs typeface="Times New Roman" panose="02020603050405020304" pitchFamily="18" charset="0"/>
              </a:rPr>
              <a:t>RAM		: 	8GB and above</a:t>
            </a:r>
          </a:p>
          <a:p>
            <a:pPr lvl="0">
              <a:lnSpc>
                <a:spcPct val="150000"/>
              </a:lnSpc>
              <a:buFont typeface="Wingdings" panose="05000000000000000000" pitchFamily="2" charset="2"/>
              <a:buChar char="q"/>
            </a:pPr>
            <a:r>
              <a:rPr lang="en-US" sz="1800" dirty="0">
                <a:solidFill>
                  <a:srgbClr val="000000"/>
                </a:solidFill>
                <a:latin typeface="Times New Roman" panose="02020603050405020304" pitchFamily="18" charset="0"/>
                <a:cs typeface="Times New Roman" panose="02020603050405020304" pitchFamily="18" charset="0"/>
              </a:rPr>
              <a:t>Processor		:	I5 and above</a:t>
            </a:r>
          </a:p>
          <a:p>
            <a:pPr marL="135255" indent="0">
              <a:lnSpc>
                <a:spcPct val="150000"/>
              </a:lnSpc>
              <a:buNone/>
            </a:pPr>
            <a:endParaRPr lang="en-IN" sz="1800" dirty="0">
              <a:solidFill>
                <a:srgbClr val="00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pPr>
              <a:lnSpc>
                <a:spcPct val="150000"/>
              </a:lnSpc>
            </a:pPr>
            <a:fld id="{00000000-1234-1234-1234-123412341234}" type="slidenum">
              <a:rPr lang="en-GB" sz="2135">
                <a:solidFill>
                  <a:srgbClr val="000000"/>
                </a:solidFill>
                <a:latin typeface="Times New Roman" panose="02020603050405020304" pitchFamily="18" charset="0"/>
                <a:cs typeface="Times New Roman" panose="02020603050405020304" pitchFamily="18" charset="0"/>
              </a:rPr>
              <a:t>17</a:t>
            </a:fld>
            <a:endParaRPr lang="en-GB" sz="2135">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GB" smtClean="0"/>
              <a:t>18</a:t>
            </a:fld>
            <a:endParaRPr lang="en-GB"/>
          </a:p>
        </p:txBody>
      </p:sp>
      <p:sp>
        <p:nvSpPr>
          <p:cNvPr id="6" name="Text Placeholder 5"/>
          <p:cNvSpPr>
            <a:spLocks noGrp="1"/>
          </p:cNvSpPr>
          <p:nvPr>
            <p:ph type="body" idx="1"/>
          </p:nvPr>
        </p:nvSpPr>
        <p:spPr>
          <a:xfrm>
            <a:off x="341024" y="1678290"/>
            <a:ext cx="10988040" cy="5040630"/>
          </a:xfrm>
        </p:spPr>
        <p:txBody>
          <a:bodyPr/>
          <a:lstStyle/>
          <a:p>
            <a:pPr marL="135255" indent="0" algn="just">
              <a:lnSpc>
                <a:spcPct val="150000"/>
              </a:lnSpc>
              <a:buNone/>
            </a:pPr>
            <a:r>
              <a:rPr lang="en-US" sz="1800" dirty="0">
                <a:latin typeface="Times New Roman" panose="02020603050405020304" pitchFamily="18" charset="0"/>
                <a:cs typeface="Times New Roman" panose="02020603050405020304" pitchFamily="18" charset="0"/>
              </a:rPr>
              <a:t>Our project represents a significant advancement in the field of digital payment security by leveraging machine learning algorithms for UPI fraud detection. Through meticulous data collection, preprocessing, and model training, we have developed a robust system capable of accurately identifying  and mitigating fraudulent transactions in real-time. By enhancing the efficiency and reliability of fraud detection processes, our system contributes to bolstering user trust and confidence in digital payment platforms, ultimately fostering a safer and more secure environment for financial transactions.</a:t>
            </a:r>
            <a:endParaRPr lang="en-US" sz="1800" b="0" i="0" dirty="0">
              <a:solidFill>
                <a:srgbClr val="231F2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1455</Words>
  <Application>Microsoft Office PowerPoint</Application>
  <PresentationFormat>Widescreen</PresentationFormat>
  <Paragraphs>91</Paragraphs>
  <Slides>18</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Arvo</vt:lpstr>
      <vt:lpstr>Calibri</vt:lpstr>
      <vt:lpstr>Calibri Light</vt:lpstr>
      <vt:lpstr>Söhne</vt:lpstr>
      <vt:lpstr>Times New Roman</vt:lpstr>
      <vt:lpstr>Wingdings</vt:lpstr>
      <vt:lpstr>Office Theme</vt:lpstr>
      <vt:lpstr>   UPI Fraud Detection Through Machine Learning and Flask Framework</vt:lpstr>
      <vt:lpstr>AIM OF PROJECT</vt:lpstr>
      <vt:lpstr>ABSTRACT</vt:lpstr>
      <vt:lpstr>INTRODUCTION </vt:lpstr>
      <vt:lpstr>EXISTING SYSTEM</vt:lpstr>
      <vt:lpstr>DISADVANTAGES</vt:lpstr>
      <vt:lpstr>   PROPOSED  SYSTEM</vt:lpstr>
      <vt:lpstr>ADVANTAGES</vt:lpstr>
      <vt:lpstr>SYSTEM ARCHITECTURE  </vt:lpstr>
      <vt:lpstr>SYSTEM MODULE</vt:lpstr>
      <vt:lpstr> MODULE DESCRIPTIONS</vt:lpstr>
      <vt:lpstr> MODULE DESCRIPTIONS</vt:lpstr>
      <vt:lpstr> MODULE DESCRIPTIONS</vt:lpstr>
      <vt:lpstr> MODULE DESCRIPTIONS</vt:lpstr>
      <vt:lpstr>MODULE DESCRIPTIONS</vt:lpstr>
      <vt:lpstr>SOFTWARE REQUIREMENTS</vt:lpstr>
      <vt:lpstr>HARDWARE REQUIREMENTS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dc:title>
  <dc:creator>Deepa Sarathi</dc:creator>
  <cp:lastModifiedBy>Jeevanandhan G</cp:lastModifiedBy>
  <cp:revision>90</cp:revision>
  <dcterms:created xsi:type="dcterms:W3CDTF">2022-06-06T10:07:00Z</dcterms:created>
  <dcterms:modified xsi:type="dcterms:W3CDTF">2025-03-03T21:25:39Z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BCA7E76008AA4EE8BA30077C0752F1CD</vt:lpwstr>
  </property>
  <property fmtid="{D5CDD505-2E9C-101B-9397-08002B2CF9AE}" pid="3" name="KSOProductBuildVer">
    <vt:lpwstr>1033-12.2.0.13266</vt:lpwstr>
  </property>
</Properties>
</file>